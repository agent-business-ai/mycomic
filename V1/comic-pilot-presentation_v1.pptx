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Comic Pilot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Comic Generation via LlamaGen.ai Internal API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Frontend  →  FastAPI Backend  →  LlamaGen Internal 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Briefing ·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Comic Pilot?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application that lets end-users create personalized comics with custom characters, scenes, and styles — powered by LlamaGen.ai's 30+ parameter Internal API.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1945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Characters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unlimited characters with name, gender, age, body type, visual description, and reference photos for consistency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92024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9456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Builder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3375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scenes that reference characters by name. Per-scene camera, location, time-of-day, and negative prompt controls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92024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9456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One-Click Generate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33756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 to S3, submit to LlamaGen, auto-poll for progress, display panel images — all from the UI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Information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localhost:5174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373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1188720"/>
            <a:ext cx="2651760" cy="15544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4720" y="118872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173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1188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92240" y="1188720"/>
            <a:ext cx="2651760" cy="155448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92240" y="1188720"/>
            <a:ext cx="2651760" cy="45720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41732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294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LlamaGen.ai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62940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API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48640" y="3017520"/>
            <a:ext cx="32004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5"/>
          <p:cNvSpPr/>
          <p:nvPr/>
        </p:nvSpPr>
        <p:spPr>
          <a:xfrm>
            <a:off x="548640" y="30175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05840" y="30175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characters &amp; scenes in React UI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3355848"/>
            <a:ext cx="32004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18"/>
          <p:cNvSpPr/>
          <p:nvPr/>
        </p:nvSpPr>
        <p:spPr>
          <a:xfrm>
            <a:off x="548640" y="33558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005840" y="33558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POSTs JSON to FastAPI (localhost:8000)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3694176"/>
            <a:ext cx="3200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1"/>
          <p:cNvSpPr/>
          <p:nvPr/>
        </p:nvSpPr>
        <p:spPr>
          <a:xfrm>
            <a:off x="548640" y="369417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005840" y="36941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builds multipart/form-data (30+ params) + attaches session cookie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4032504"/>
            <a:ext cx="3200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4"/>
          <p:cNvSpPr/>
          <p:nvPr/>
        </p:nvSpPr>
        <p:spPr>
          <a:xfrm>
            <a:off x="548640" y="40325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005840" y="40325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POSTs to llamagen.ai/api/artworks → receives comic ID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8640" y="4370832"/>
            <a:ext cx="3200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7"/>
          <p:cNvSpPr/>
          <p:nvPr/>
        </p:nvSpPr>
        <p:spPr>
          <a:xfrm>
            <a:off x="548640" y="43708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005840" y="43708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polls /progress and /detail every 5 seconds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48640" y="4709160"/>
            <a:ext cx="32004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0"/>
          <p:cNvSpPr/>
          <p:nvPr/>
        </p:nvSpPr>
        <p:spPr>
          <a:xfrm>
            <a:off x="548640" y="47091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005840" y="47091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PROCESSED: panel image URLs returned → displayed in browser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Prerequisites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FastAPI backend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18+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487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Vite/React frontend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LlamaGen.ai Account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App Plan — needed for Internal API access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Token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17320" y="4315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browser cookies (see next slide)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— Step 1: Get Session Token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https://llamagen.ai and log in with your 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727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DevTools: press F12 (or Ctrl+Shift+I)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396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Application tab (may be hidden — click + or &gt;&gt; to reveal)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7066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Cookies → click https://llamagen.ai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2735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Find:  __Secure-next-auth.session-token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Value cell → Ctrl+C to copy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805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Shortcut: Paste in Console (F12 → Console tab):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document.cookie.split(";").find(c =&gt; c.includes("next-auth.session-token"))?.trim()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— Step 2: Start the Backend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2377440"/>
          </a:xfrm>
          <a:prstGeom prst="rect">
            <a:avLst/>
          </a:prstGeom>
          <a:solidFill>
            <a:srgbClr val="0F0F1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Place comic_pilot_backend.py and requirements.txt in a folder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your session token (PowerShell)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$env:LLAMAGEN_SESSION_TOKEN="paste-token-here"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the server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comic_pilot_backend:app --reload --port 8000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http://localhost:8000/api/health → should return {"status":"ok","llamagen_auth":true}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— Step 3: Start the Frontend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256032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— new terminal window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comic-pilot-ui -- --template react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comic-pilot-ui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Replace src/App.jsx with comic-pilot.jsx content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index.html &lt;head&gt;: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src="https://cdn.tailwindcss.com"&gt;&lt;/script&gt;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8046720" cy="109728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Set CORS for the backend (in the backend terminal):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$env:CORS_ORIGINS="http://localhost:5174,http://localhost:5173,http://localhost:3000"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restart uvicorn. Open http://localhost:5174 — the green "Backend OK" indicator should appear.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Screen: Characters Tab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characters. Each character maps to a comicRoles[] entry in the API.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Field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API Mapping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comicRoles[].name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prompt: Name(((styling)))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comicRoles[].gender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 / 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comicRoles[].age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comicRoles[].bodyType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slim, athletic, average, muscular, curvy, heavyset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parens in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Clothing, features → Name(((description here)))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Emotion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Happy, Sad, Angry, Surprised, Determined,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Standing, Walking, Sitting, Running,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Photo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imageUrl (S3 upload)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character consistency across all panels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Screen: Scenes Tab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scene = 1 comic panel. Use character names in descriptions for automatic enrichment.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Description *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comicData[].panels[].prompt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character names! Auto-builds structured prompt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8046720" cy="457200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Caption / Dialog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panels[].caption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displayed below the panel image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panels[].location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field from SDK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of 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panels[].time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/ afternoon / evening / night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Shot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panels[].cameraShot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close-up, medium, wide, bird-eye, low-angle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 Prompt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panels[].negativePrompt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SD-style exclusions (blurry, extra limbs...)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 auto-generated: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7365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Emi(((white poodle, red collar)), bodyType slim, Happy, Running) img is Emi runs through a sunny park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Screen: Settings Tab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Comic Title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Prompt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override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Preset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401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comedyComicBook2, manga, manhwa, webtoon, americanComic, noir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315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Layout0, Layout1, Layout2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371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cartoonist, manga, handwritten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0116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2286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de, fr, es, ja, ko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9260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Size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3200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3401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1024², 1024×1792, 1792×1024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8404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Captions / Dialogs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4114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showCaption / needDialogs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4315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on/off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When You Click Generate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7043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Upload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353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reference photos uploaded to S3 via presigned URLs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/api/characters/upload → PUT S3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47088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01168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762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Job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builds 30+ param form-data payload and sends to LlamaGen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6692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/api/generate → POST llamagen.ai/api/artworks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852928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48640" y="30175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82112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Polling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417320" y="3364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polls every 5 seconds for progress percentage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66928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/api/progress/{id} → GET llamagen.ai/.../progress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858768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548640" y="4023360"/>
            <a:ext cx="64008" cy="8229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187952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4173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1417320" y="4370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PROCESSED: panel image URLs from S3 returned and displayed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66928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/api/result/{id} → GET llamagen.ai/.../detail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generation time: 30–120 seconds for 4 panels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 — Endpoints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Method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/api/health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+ auth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/api/characters/upload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presigned S3 URL for character photo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/api/generate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comic generation → returns comic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/api/status/{id}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status check (lightweight)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/api/progress/{id}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percentage + current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/api/result/{id}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result with panel image URLs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/api/generate-and-wait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0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+ poll until done (long request)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749040"/>
            <a:ext cx="8046720" cy="1234440"/>
          </a:xfrm>
          <a:prstGeom prst="rect">
            <a:avLst/>
          </a:prstGeom>
          <a:solidFill>
            <a:srgbClr val="0F0F1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 (no frontend needed):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4069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http://localhost:8000/api/health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http://localhost:8000/api/generate -H "Content-Type: application/json" -d '{"characters":[{"name":"Emi","description":"white poodle"}],"scenes":[{"description":"Emi runs through a park"}]}'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LlamaGen Returns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LlamaGen delivers raw ingredients — all assembly (layout, bubbles, PDF) is our job.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Returns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images (PNG/JPG 1024×1024 on S3)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91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captions per panel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9806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descriptions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3697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191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data JSON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7588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630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descriptions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1480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Per-panel prompts (generated by LLM)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solidFill>
            <a:srgbClr val="1A1A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754880" y="1234440"/>
            <a:ext cx="3931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4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(next phases)</a:t>
            </a:r>
            <a:endParaRPr lang="en-US" sz="16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92024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035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strip layout / page assembly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35915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0352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bubble rendering + positioning</a:t>
            </a:r>
            <a:endParaRPr lang="en-US" sz="11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798064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03520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(WeasyPrint / Pillow)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236976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303520" y="3191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border / frame styling</a:t>
            </a:r>
            <a:endParaRPr lang="en-US" sz="11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675888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303520" y="3630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formatting</a:t>
            </a:r>
            <a:endParaRPr lang="en-US" sz="11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4114800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30352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panel regeneration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 auth (expires, manual refresh)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webhook — 5s polling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78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fields (location, camera) may be ignored by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16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PDF/comic assembly yet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(no auth layer in pilot)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(Phase 2+)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STACKIT (PostgreSQL + Object Storage)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39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for customer login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780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assembly: panel layout + speech bubbles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16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(WeasyPrint / Pillow)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LlamaGen for proper API key auth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 Yourself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1371600" y="29260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74520" y="2926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session token from llamagen.ai (DevTools → Cookies)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33832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74520" y="3383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backend:  uvicorn comic_pilot_backend:app --reload --port 8000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38404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7452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frontend:  npm run dev  (in comic-pilot-ui folder)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71600" y="42976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37160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87452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characters → Add scenes → Click Generate → Watch the magic!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on Slack: #comic-pilot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Pilot — AI Comic Generation Platform</dc:title>
  <dc:subject>PptxGenJS Presentation</dc:subject>
  <dc:creator>Philipp — Comic Pilot Team</dc:creator>
  <cp:lastModifiedBy>Philipp — Comic Pilot Team</cp:lastModifiedBy>
  <cp:revision>1</cp:revision>
  <dcterms:created xsi:type="dcterms:W3CDTF">2026-03-02T15:33:20Z</dcterms:created>
  <dcterms:modified xsi:type="dcterms:W3CDTF">2026-03-02T15:33:20Z</dcterms:modified>
</cp:coreProperties>
</file>